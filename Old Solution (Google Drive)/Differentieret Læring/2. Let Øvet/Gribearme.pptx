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2f5e2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2f5e2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2f5e2f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2f5e2f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2f5e2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2f5e2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2f5e2f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2f5e2f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2f5e2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2f5e2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2f5e2f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2f5e2f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2f5e2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2f5e2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2f5e2f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2f5e2f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2f5e2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2f5e2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2f5e2f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2f5e2f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2f5e2f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2f5e2f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2f5e2f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2f5e2f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2f5e2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2f5e2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2f5e2f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2f5e2f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2f5e2f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2f5e2f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2f5e2f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2f5e2f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2f5e2f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2f5e2f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2f5e2f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2f5e2f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2f5e2f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2f5e2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2f5e2f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2f5e2f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2f5e2f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2f5e2f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2f5e2f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2f5e2f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22f5e2f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22f5e2f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a22f5e2f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a22f5e2f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2f5e2f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2f5e2f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22f5e2f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a22f5e2f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a22f5e2f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a22f5e2f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22f5e2f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a22f5e2f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a22f5e2f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a22f5e2f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a22f5e2f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a22f5e2f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22f5e2f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22f5e2f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a22f5e2f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a22f5e2f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a22f5e2f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a22f5e2f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a22f5e2f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a22f5e2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a22f5e2f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a22f5e2f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a22f5e2f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7a22f5e2f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a22f5e2f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7a22f5e2f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a22f5e2f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a22f5e2f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a22f5e2f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a22f5e2f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a22f5e2f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a22f5e2f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a22f5e2f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a22f5e2f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a22f5e2f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a22f5e2f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a22f5e2fd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7a22f5e2fd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a22f5e2f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a22f5e2f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a22f5e2f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7a22f5e2f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a22f5e2f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a22f5e2f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a22f5e2f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a22f5e2f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a22f5e2f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a22f5e2f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a22f5e2f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a22f5e2f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a22f5e2f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7a22f5e2f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a22f5e2f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a22f5e2f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a22f5e2f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a22f5e2f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a22f5e2f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7a22f5e2f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a22f5e2f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7a22f5e2f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a22f5e2f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7a22f5e2f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a22f5e2f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a22f5e2f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a22f5e2f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a22f5e2f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a22f5e2fd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a22f5e2f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a22f5e2f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a22f5e2f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a22f5e2f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a22f5e2f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a22f5e2f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a22f5e2f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a22f5e2fd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a22f5e2f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a22f5e2f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7a22f5e2f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a22f5e2f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a22f5e2f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a22f5e2f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7a22f5e2f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a22f5e2f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7a22f5e2f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Gribearme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0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2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3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4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5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6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8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9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0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1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2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4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8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9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60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61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2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3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64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5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6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67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68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69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70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71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72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73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74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75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76" title="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77" title="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78" title="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79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80" title="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