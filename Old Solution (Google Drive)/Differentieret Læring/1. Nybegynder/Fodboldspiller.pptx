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y="5143500" cx="9144000"/>
  <p:notesSz cx="6858000" cy="9144000"/>
  <p:embeddedFontLst>
    <p:embeddedFont>
      <p:font typeface="Playfair Display"/>
      <p:regular r:id="rId63"/>
      <p:bold r:id="rId64"/>
      <p:italic r:id="rId65"/>
      <p:boldItalic r:id="rId66"/>
    </p:embeddedFont>
    <p:embeddedFont>
      <p:font typeface="Lato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Lato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PlayfairDisplay-bold.fntdata"/><Relationship Id="rId63" Type="http://schemas.openxmlformats.org/officeDocument/2006/relationships/font" Target="fonts/PlayfairDisplay-regular.fntdata"/><Relationship Id="rId22" Type="http://schemas.openxmlformats.org/officeDocument/2006/relationships/slide" Target="slides/slide17.xml"/><Relationship Id="rId66" Type="http://schemas.openxmlformats.org/officeDocument/2006/relationships/font" Target="fonts/PlayfairDisplay-boldItalic.fntdata"/><Relationship Id="rId21" Type="http://schemas.openxmlformats.org/officeDocument/2006/relationships/slide" Target="slides/slide16.xml"/><Relationship Id="rId65" Type="http://schemas.openxmlformats.org/officeDocument/2006/relationships/font" Target="fonts/PlayfairDisplay-italic.fntdata"/><Relationship Id="rId24" Type="http://schemas.openxmlformats.org/officeDocument/2006/relationships/slide" Target="slides/slide19.xml"/><Relationship Id="rId68" Type="http://schemas.openxmlformats.org/officeDocument/2006/relationships/font" Target="fonts/Lato-bold.fntdata"/><Relationship Id="rId23" Type="http://schemas.openxmlformats.org/officeDocument/2006/relationships/slide" Target="slides/slide18.xml"/><Relationship Id="rId67" Type="http://schemas.openxmlformats.org/officeDocument/2006/relationships/font" Target="fonts/Lato-regular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Lat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4d0701a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a4d0701a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8db28679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8db28679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SLIDES_API23754861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SLIDES_API23754861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SLIDES_API23754861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SLIDES_API23754861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SLIDES_API23754861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SLIDES_API23754861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SLIDES_API23754861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SLIDES_API23754861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SLIDES_API23754861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SLIDES_API23754861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SLIDES_API23754861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SLIDES_API23754861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SLIDES_API23754861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SLIDES_API23754861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SLIDES_API23754861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SLIDES_API23754861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SLIDES_API23754861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SLIDES_API23754861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SLIDES_API23754861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SLIDES_API23754861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SLIDES_API23754861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SLIDES_API23754861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SLIDES_API23754861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SLIDES_API23754861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SLIDES_API23754861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SLIDES_API23754861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SLIDES_API23754861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SLIDES_API23754861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SLIDES_API23754861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SLIDES_API23754861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SLIDES_API23754861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SLIDES_API23754861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SLIDES_API23754861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SLIDES_API23754861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SLIDES_API23754861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SLIDES_API23754861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SLIDES_API23754861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SLIDES_API23754861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SLIDES_API23754861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SLIDES_API23754861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SLIDES_API23754861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SLIDES_API23754861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SLIDES_API23754861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SLIDES_API23754861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SLIDES_API23754861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SLIDES_API23754861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SLIDES_API23754861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SLIDES_API23754861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SLIDES_API23754861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SLIDES_API23754861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SLIDES_API23754861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SLIDES_API23754861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SLIDES_API23754861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SLIDES_API23754861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SLIDES_API23754861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SLIDES_API23754861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SLIDES_API23754861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SLIDES_API23754861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SLIDES_API23754861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SLIDES_API23754861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SLIDES_API23754861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SLIDES_API23754861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SLIDES_API23754861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SLIDES_API23754861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SLIDES_API23754861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SLIDES_API23754861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SLIDES_API23754861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SLIDES_API23754861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SLIDES_API23754861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SLIDES_API23754861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SLIDES_API23754861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SLIDES_API23754861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SLIDES_API23754861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SLIDES_API23754861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SLIDES_API23754861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SLIDES_API23754861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SLIDES_API23754861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SLIDES_API23754861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SLIDES_API23754861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SLIDES_API23754861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SLIDES_API23754861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SLIDES_API23754861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SLIDES_API23754861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SLIDES_API23754861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SLIDES_API23754861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SLIDES_API23754861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SLIDES_API23754861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SLIDES_API23754861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SLIDES_API23754861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SLIDES_API23754861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SLIDES_API23754861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SLIDES_API23754861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SLIDES_API23754861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SLIDES_API23754861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SLIDES_API23754861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SLIDES_API23754861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SLIDES_API23754861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SLIDES_API23754861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SLIDES_API23754861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SLIDES_API23754861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SLIDES_API23754861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SLIDES_API23754861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SLIDES_API23754861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SLIDES_API23754861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SLIDES_API23754861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SLIDES_API23754861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SLIDES_API23754861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SLIDES_API23754861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750" y="725650"/>
            <a:ext cx="7190500" cy="369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4294967295" type="subTitle"/>
          </p:nvPr>
        </p:nvSpPr>
        <p:spPr>
          <a:xfrm>
            <a:off x="311700" y="4165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da"/>
              <a:t>Fodboldspiller</a:t>
            </a:r>
            <a:endParaRPr/>
          </a:p>
        </p:txBody>
      </p:sp>
      <p:pic>
        <p:nvPicPr>
          <p:cNvPr id="65" name="Google Shape;65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1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2" title="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3" title="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4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5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6" title="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7" title="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8" title="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9" title="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0" title="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1" title="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2" title="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3" title="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4" title="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5" title="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6" title="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7" title="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8" title="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9" title="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40" title="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41" title="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42" title="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43" title="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4" title="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5" title="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46" title="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47" title="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8" title="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49" title="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50" title="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51" title="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52" title="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53" title="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54" title="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55" title="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56" title="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57" title="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58" title="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59" title="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60" title="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61" title="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62" title="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63" title="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64" title="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65" title="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66" title="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67" title="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68" title="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69" title="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966" y="0"/>
            <a:ext cx="7278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