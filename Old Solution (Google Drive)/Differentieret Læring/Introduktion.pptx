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8b201622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8b201622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8b201622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8b201622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8b201622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8b201622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8b201622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8b201622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8b201622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8b201622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8b201622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8b201622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8b201622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8b201622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8b201622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8b201622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8b201622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8b201622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8b201622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8b201622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8b201622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8b201622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Stor-Hub-600x8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Hej Verden!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der sker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light_matrix.write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'Hej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Verden!'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der sker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hello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light_matrix.write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'Hej, Verden!'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der sker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hello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light_matrix.write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'Hej, '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+ name + 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'!'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'Verden'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Opgave 1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03907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/>
              <a:t>Få din Hub til at sige hej til dig, istedet for verden!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Kommentarer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der sker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Dette er en kommentar.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Dette er også en kommentar.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Den næste linje er en kommentar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light_matrix.write('Hello, World!')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Opgave 2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Indsæt og rediger koden fra det forrige slide, så den nederste linje ikke længere er en kommentar.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Hvordan gør man kode-linjer til en kommentar? (</a:t>
            </a:r>
            <a:r>
              <a:rPr i="1" lang="da"/>
              <a:t>Hint: #</a:t>
            </a:r>
            <a:r>
              <a:rPr lang="da"/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Opgave 2.1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41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time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Vis et glad ansigt på Hub’ens lys-matrix.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et sekund.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time.sleep_ms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Vis et smilende ansigt på Hub’ens lys-matrix.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light_matrix.IMAGE_SMILE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0,2 sekunder.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time.sleep_ms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Vis et glad ansigt på Hub’ens lys-matrix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678500" y="1152475"/>
            <a:ext cx="41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denne kode gør.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/>
              <a:t>Du må gerne prøve at køre koden på din Hub.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Opgave 2.2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41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time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Denne funktion blinker med øjnene.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blink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time.sleep_ms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light_matrix.IMAGE_SMILE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time.sleep_ms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light_matrix.show_image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Blink tre gange.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blink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blink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blink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678500" y="1152475"/>
            <a:ext cx="41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Forklar hvad du tror denne kode gør.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/>
              <a:t>Du må gerne prøve at køre koden på din Hub.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dk1"/>
                </a:solidFill>
              </a:rPr>
              <a:t>Udfordring: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Rediger koden så hvert blink ikke tager lige lang tid. (</a:t>
            </a:r>
            <a:r>
              <a:rPr i="1" lang="da"/>
              <a:t>Hint: Slide 5</a:t>
            </a:r>
            <a:r>
              <a:rPr lang="da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