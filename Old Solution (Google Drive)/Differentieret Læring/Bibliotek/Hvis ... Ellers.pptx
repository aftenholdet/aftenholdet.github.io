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3c9132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3c9132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3c913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3c913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33c913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33c913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33c9132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33c9132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bbe3d8d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bbe3d8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33c9132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a33c9132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a33c9132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a33c9132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be3d8de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bbe3d8de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838" y="1243013"/>
            <a:ext cx="260032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Hvis … Ellers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Hvis … Ellers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opsættes et Hvis - Ellers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frugt = 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"Banan"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frugt kan sættes til at være hvad som helst</a:t>
            </a:r>
            <a:endParaRPr sz="1050">
              <a:solidFill>
                <a:srgbClr val="D8009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"Æble"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"Frugten er et Æble!"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"Frugten er ikke et æble.."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opsættes et Hvis - Ellers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frugt = 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"Banan"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frugt kan sættes til at være hvad som helst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"Æble"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"Frugten er et Æble!"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"Frugten er ikke et æble.."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" name="Google Shape;84;p17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Hvis … Ellers hvis … Ellers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opsættes et Hvis - Ellers Hvis - Ellers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frugt = 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"Banan"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frugt kan sættes til at være hvad som helst</a:t>
            </a:r>
            <a:endParaRPr sz="1050">
              <a:solidFill>
                <a:srgbClr val="D8009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"Æble"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"Frugten er et Æble!"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"Banan"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"Frugten er en Banan!"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"Pære"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"Frugten er en Pære!"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"Frugten er hverken et æble, en banan eller en pære.."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opsættes et Hvis - Ellers Hvis - Ellers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frugt = 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"Banan"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frugt kan sættes til at være hvad som helst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"Æble"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"Frugten er et Æble!"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"Banan"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"Frugten er en Banan!"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frugt == 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"Pære"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"Frugten er en Pære!"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"Frugten er hverken et æble, en banan eller en pære.."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3" name="Google Shape;103;p20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