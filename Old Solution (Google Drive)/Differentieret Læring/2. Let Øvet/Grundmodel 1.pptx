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0971609b0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0971609b0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0971609b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70971609b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7a2322497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7a232249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a23224976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a2322497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a2322497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a2322497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a2322497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a2322497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a2322497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7a2322497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a2322497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7a2322497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a2322497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a2322497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a2322497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7a2322497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a2322497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7a2322497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a23224976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a2322497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a2322497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7a2322497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a23224976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a2322497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7a2322497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7a2322497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a23224976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7a23224976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a23224976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7a23224976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a2322497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a2322497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a23224976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a23224976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a23224976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7a23224976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a23224976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7a23224976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7a23224976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7a23224976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a23224976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a23224976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a23224976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7a23224976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7a23224976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7a23224976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7a23224976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7a23224976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7a23224976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7a23224976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7a23224976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7a23224976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a23224976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a23224976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7a23224976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7a23224976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7a23224976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7a23224976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7a23224976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7a23224976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7a23224976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7a23224976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7a23224976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7a23224976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7a23224976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7a23224976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7a23224976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7a23224976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975" y="152400"/>
            <a:ext cx="725805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311700" y="41653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Grundmodel 1</a:t>
            </a:r>
            <a:endParaRPr/>
          </a:p>
        </p:txBody>
      </p:sp>
      <p:pic>
        <p:nvPicPr>
          <p:cNvPr id="60" name="Google Shape;60;p14" title="Teknologiskolen_logo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"/>
            <a:ext cx="9144003" cy="362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 title="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 title="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 title="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 title="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0" title="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1" title="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2" title="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3" title="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4" title="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5" title="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6" title="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7" title="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8" title="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9" title="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30" title="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31" title="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32" title="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33" title="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4" title="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35" title="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36" title="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7" title="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38" title="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39" title="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40" title="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41" title="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42" title="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43" title="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44" title="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45" title="3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46" title="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47" title="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48" title="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