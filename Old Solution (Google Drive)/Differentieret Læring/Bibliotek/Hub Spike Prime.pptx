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32af15e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32af15e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2af15e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2af15e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32af15e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32af15e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6bc09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6bc09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32af15e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32af15e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a26bc098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a26bc098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32af15e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a32af15e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26bc098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a26bc098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32af15e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32af15e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26bc09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a26bc09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a32af15e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a32af15e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a547e283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a547e28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75" y="629275"/>
            <a:ext cx="5815850" cy="38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19500" y="4230575"/>
            <a:ext cx="8478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Hub Education Spike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Hub Lys-Matrixen (Tekst)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Hub Lys-Matrixen (Tekst)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lys-matrixen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lys-matrixen til at skrive Hej Verden!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await betyder "vent på dette bliver færdigt"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light_matrix.write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"Hej Verden!"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Hub Lys-Matrixen (Billeder)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Hub Lys-Matrixen (Billeder)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lys-matrixen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lys-matrixen til at vise en glad smiley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await sleep_ms betyder "vent i 1000 millisekunder (1 sekund)"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light_matrix.show_image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light_matrix.IMAGE_HAPPY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runloop.sleep_ms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73125" y="1423875"/>
            <a:ext cx="87978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4100"/>
              <a:t>Hub Lys-Matrixen (Individuel styring)</a:t>
            </a:r>
            <a:endParaRPr sz="4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2680"/>
              <a:t>Sådan bruges Hub Lys-Matrixen (Individuel styring)</a:t>
            </a:r>
            <a:endParaRPr sz="2680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lys-matrixen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individuel lystyrke for alle pixels i lys-matrixen til 100%</a:t>
            </a:r>
            <a:b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# hver pixel kan sættes til en værdi mellem 0 og 100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light_matrix.show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3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Hub Knap-Lyset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Sådan bruges Hub Knap-Lyset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lyset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color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farver</a:t>
            </a:r>
            <a:endParaRPr sz="140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light.color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light.POWER, color.RED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Skift tænd/sluk-knappens lys til rød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Hub Højtaleren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Hub Højtaleren Simpelt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00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 </a:t>
            </a: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sound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opsæt sammenhæng mellem akkorder og lyd-freksen i mHz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NODER = 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524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'C#'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554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'D'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588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'D#'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622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'E'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660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'F'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698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11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 'F#'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740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'G'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784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'G#'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830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880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'A#'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932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'B'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988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	</a:t>
            </a: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afspil noden C i 200 millisekunder på 100% lydstyrke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sound.beep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NODER[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0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afspil noden D i 200 millisekunder på 100% lydstyrke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sound.beep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NODER[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'D'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0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afspil noden E i 100 millisekunder på 100% lydstyrke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sound.beep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NODER[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'E'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0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afspil noden F i 200 millisekunder på 100% lydstyrke</a:t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sound.beep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NODER[</a:t>
            </a:r>
            <a:r>
              <a:rPr lang="da" sz="11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'F'</a:t>
            </a:r>
            <a:r>
              <a:rPr lang="da" sz="10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0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0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0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lang="da" sz="10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