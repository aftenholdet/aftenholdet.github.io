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layfair Displ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fairDisplay-bold.fntdata"/><Relationship Id="rId10" Type="http://schemas.openxmlformats.org/officeDocument/2006/relationships/font" Target="fonts/PlayfairDisplay-regular.fntdata"/><Relationship Id="rId13" Type="http://schemas.openxmlformats.org/officeDocument/2006/relationships/font" Target="fonts/PlayfairDisplay-boldItalic.fntdata"/><Relationship Id="rId12" Type="http://schemas.openxmlformats.org/officeDocument/2006/relationships/font" Target="fonts/PlayfairDispl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4b59b1d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4b59b1d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a4b59b1d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a4b59b1d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4b59b1d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4b59b1d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238" y="152400"/>
            <a:ext cx="373352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Hvad er Mapping?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Mapping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6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Kan bruges til at sammenligne to talrækker.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a"/>
              <a:t>Eksempel</a:t>
            </a:r>
            <a:r>
              <a:rPr lang="da"/>
              <a:t>: Guitar-opgaven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På guitar stangen, kan afstandsmåleren måle mellem 0-40cm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Når knappen trykkes på, skal der spilles 1 ud af 12 toner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a"/>
              <a:t>Mapping oversætter længden 0-40cm til tone 1-12 baseret på den målte afstand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Udregning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220800" y="1152475"/>
            <a:ext cx="870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a"/>
              <a:t>Målt afstand / Max afstand</a:t>
            </a:r>
            <a:r>
              <a:rPr lang="da"/>
              <a:t> = </a:t>
            </a:r>
            <a:r>
              <a:rPr b="1" lang="da"/>
              <a:t>Proportionen </a:t>
            </a:r>
            <a:r>
              <a:rPr lang="da"/>
              <a:t>(giver et tal mellem 0 og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da"/>
              <a:t>Proportion * Max antal toner </a:t>
            </a:r>
            <a:r>
              <a:rPr lang="da"/>
              <a:t>= </a:t>
            </a:r>
            <a:r>
              <a:rPr b="1" lang="da"/>
              <a:t>Tone</a:t>
            </a:r>
            <a:r>
              <a:rPr lang="da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a"/>
              <a:t>Eksempel: </a:t>
            </a:r>
            <a:r>
              <a:rPr lang="da"/>
              <a:t>Hvis spille-klodsen sidder midt på guitar stangen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da"/>
              <a:t>20 cm / 40 cm</a:t>
            </a:r>
            <a:r>
              <a:rPr lang="da"/>
              <a:t> =</a:t>
            </a:r>
            <a:r>
              <a:rPr b="1" lang="da"/>
              <a:t> 0,5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da"/>
              <a:t>0,5 * 12</a:t>
            </a:r>
            <a:r>
              <a:rPr lang="da"/>
              <a:t> = </a:t>
            </a:r>
            <a:r>
              <a:rPr b="1" lang="da"/>
              <a:t>6</a:t>
            </a:r>
            <a:r>
              <a:rPr lang="da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a"/>
              <a:t>Når </a:t>
            </a:r>
            <a:r>
              <a:rPr lang="da"/>
              <a:t>spille-klodsen</a:t>
            </a:r>
            <a:r>
              <a:rPr lang="da"/>
              <a:t> sidder midt på guitar stangen, bliver tone 6 ud af 12 spillet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