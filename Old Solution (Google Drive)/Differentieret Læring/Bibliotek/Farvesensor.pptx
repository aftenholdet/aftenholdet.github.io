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Lato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2fb70f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2fb70f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32fb70f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32fb70f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3a39b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3a39b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a23a39b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a23a39b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32c3d9df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32c3d9df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32c3d9df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32c3d9df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576" y="713725"/>
            <a:ext cx="5694850" cy="371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Farvesensor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Mål Farve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Farve-sensoren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color_sensor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farvesensoren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color_sensor.color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farve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måling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 evighedsløkken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color_sensor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farvesensoren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color = color_sensor.color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farve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print målt farve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50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Farve-sensoren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ColorSensor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farvesensoren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Opret en variable der kan holde værdien af den målte farve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og mål farve fra port A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color = ColorSensor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.get_color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91" name="Google Shape;91;p18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måling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ColorSensor </a:t>
            </a:r>
            <a:r>
              <a:rPr lang="da" sz="12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farvesensoren</a:t>
            </a:r>
            <a:endParaRPr sz="13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Opret en variable der kan holde værdien af den målte farve</a:t>
            </a:r>
            <a:endParaRPr sz="13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og mål farve fra port A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color = ColorSensor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.get_color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"Den målte farve er: "</a:t>
            </a:r>
            <a:r>
              <a:rPr lang="da" sz="13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 color</a:t>
            </a:r>
            <a:r>
              <a:rPr lang="da" sz="13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a" sz="13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print den målte farve</a:t>
            </a:r>
            <a:endParaRPr sz="13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8" name="Google Shape;98;p19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