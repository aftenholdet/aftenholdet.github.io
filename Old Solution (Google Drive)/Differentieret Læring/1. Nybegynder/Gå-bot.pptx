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Playfair Display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layfairDispl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-italic.fntdata"/><Relationship Id="rId25" Type="http://schemas.openxmlformats.org/officeDocument/2006/relationships/font" Target="fonts/PlayfairDisplay-bold.fntdata"/><Relationship Id="rId28" Type="http://schemas.openxmlformats.org/officeDocument/2006/relationships/font" Target="fonts/Lato-regular.fntdata"/><Relationship Id="rId27" Type="http://schemas.openxmlformats.org/officeDocument/2006/relationships/font" Target="fonts/PlayfairDispl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4d0701a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a4d0701a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a592bb2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a592bb2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a4d0701a1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a4d0701a1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a4d0701a1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a4d0701a1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a4d0701a1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a4d0701a1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a4d0701a1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a4d0701a1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a4d0701a1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a4d0701a1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a4d0701a1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a4d0701a1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a4d0701a1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a4d0701a1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a4d0701a1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a4d0701a1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a4d0701a1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a4d0701a1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a4d0701a1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a4d0701a1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a4d0701a1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a4d0701a1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a4d0701a1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a4d0701a1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a4d0701a1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a4d0701a1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a4d0701a1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a4d0701a1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a4d0701a1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a4d0701a1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7563" y="152400"/>
            <a:ext cx="396888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4294967295" type="subTitle"/>
          </p:nvPr>
        </p:nvSpPr>
        <p:spPr>
          <a:xfrm>
            <a:off x="311700" y="4165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da"/>
              <a:t>Gå-bot</a:t>
            </a:r>
            <a:endParaRPr/>
          </a:p>
        </p:txBody>
      </p:sp>
      <p:pic>
        <p:nvPicPr>
          <p:cNvPr id="65" name="Google Shape;65;p14" title="Teknologiskolen_log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3" cy="362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Bygge Guide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Vær opmærksom på at guiden er semi-autogenereret og kan derfor have fejl 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82465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30039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30934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25504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3132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91140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24449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2378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69038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86202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93506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214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6395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01235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31262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