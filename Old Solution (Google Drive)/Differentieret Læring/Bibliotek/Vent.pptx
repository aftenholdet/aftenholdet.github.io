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Playfair Displ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layfairDisplay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ayfairDisplay-italic.fntdata"/><Relationship Id="rId14" Type="http://schemas.openxmlformats.org/officeDocument/2006/relationships/font" Target="fonts/PlayfairDisplay-bold.fntdata"/><Relationship Id="rId17" Type="http://schemas.openxmlformats.org/officeDocument/2006/relationships/font" Target="fonts/Lato-regular.fntdata"/><Relationship Id="rId16" Type="http://schemas.openxmlformats.org/officeDocument/2006/relationships/font" Target="fonts/PlayfairDisplay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a336e34e6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7a336e34e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a336e34e6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a336e34e6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7a336e34e6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7a336e34e6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bca0c64a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bca0c64a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a336e34e6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7a336e34e6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a336e34e6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7a336e34e6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bca0c64a2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bca0c64a2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9438" y="1609725"/>
            <a:ext cx="2905125" cy="192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Vent X sekunder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Sådan bruges vent i X sekunder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runloop </a:t>
            </a:r>
            <a:r>
              <a:rPr lang="da" sz="10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af vi bruger main</a:t>
            </a:r>
            <a:endParaRPr sz="105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0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main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a" sz="10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main</a:t>
            </a:r>
            <a:endParaRPr sz="105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0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runloop.sleep_ms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05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1000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0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lad programmet sove HER i 1000 millisekunder</a:t>
            </a:r>
            <a:endParaRPr sz="105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runloop.run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0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start main</a:t>
            </a:r>
            <a:endParaRPr sz="105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3150" y="3262600"/>
            <a:ext cx="2627775" cy="175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Sådan bruges vent i X sekunder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20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mindstorms.control </a:t>
            </a:r>
            <a:r>
              <a:rPr lang="da" sz="120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wait_for_seconds </a:t>
            </a:r>
            <a:r>
              <a:rPr lang="da" sz="120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Fortæl programmet at vi bruger vent</a:t>
            </a:r>
            <a:endParaRPr sz="120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20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Vent i 3 sekunder (sæt programflowet på pause).</a:t>
            </a:r>
            <a:endParaRPr sz="120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wait_for_seconds</a:t>
            </a:r>
            <a:r>
              <a:rPr lang="da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2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da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20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da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200">
                <a:solidFill>
                  <a:srgbClr val="66CC33"/>
                </a:solidFill>
                <a:latin typeface="Courier New"/>
                <a:ea typeface="Courier New"/>
                <a:cs typeface="Courier New"/>
                <a:sym typeface="Courier New"/>
              </a:rPr>
              <a:t>"Så er der ventet i 3 sekunder"</a:t>
            </a:r>
            <a:r>
              <a:rPr lang="da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CC783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8" name="Google Shape;78;p16" title="096cf58f-a192-460a-83bf-d51190e8095a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1066" y="3262600"/>
            <a:ext cx="2271942" cy="17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Vent indtil …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Sådan bruges vent indtil …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9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9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runloop </a:t>
            </a:r>
            <a:r>
              <a:rPr lang="da" sz="9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at vi bruger Main evighedsløkken</a:t>
            </a:r>
            <a:endParaRPr sz="95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9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9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distance_sensor </a:t>
            </a:r>
            <a:r>
              <a:rPr lang="da" sz="9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at vi bruger afstandsmåleren</a:t>
            </a:r>
            <a:endParaRPr sz="95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9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9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hub </a:t>
            </a:r>
            <a:r>
              <a:rPr lang="da" sz="9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9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port </a:t>
            </a:r>
            <a:r>
              <a:rPr lang="da" sz="9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at vi bruger Hub portene(A,B,C,D,E,F)</a:t>
            </a:r>
            <a:endParaRPr sz="95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9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da" sz="9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9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a" sz="9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main</a:t>
            </a:r>
            <a:r>
              <a:rPr lang="da" sz="9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da" sz="9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a" sz="9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main</a:t>
            </a:r>
            <a:endParaRPr sz="95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9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9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da" sz="9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95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"Venter på objekt..."</a:t>
            </a:r>
            <a:r>
              <a:rPr lang="da" sz="9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5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9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9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Mål første afstand</a:t>
            </a:r>
            <a:endParaRPr sz="95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9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distance = distance_sensor.distance</a:t>
            </a:r>
            <a:r>
              <a:rPr lang="da" sz="9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9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port.A</a:t>
            </a:r>
            <a:r>
              <a:rPr lang="da" sz="9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5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9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9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Vent indtil afstandsmåleren måler mere end 100 mm</a:t>
            </a:r>
            <a:endParaRPr sz="95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9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9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da" sz="9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distance </a:t>
            </a:r>
            <a:r>
              <a:rPr lang="da" sz="9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is</a:t>
            </a:r>
            <a:r>
              <a:rPr lang="da" sz="9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9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lang="da" sz="9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9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lang="da" sz="9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9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and</a:t>
            </a:r>
            <a:r>
              <a:rPr lang="da" sz="9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distance &lt; </a:t>
            </a:r>
            <a:r>
              <a:rPr lang="da" sz="95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da" sz="9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9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9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    distance = distance_sensor.distance</a:t>
            </a:r>
            <a:r>
              <a:rPr lang="da" sz="9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9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port.A</a:t>
            </a:r>
            <a:r>
              <a:rPr lang="da" sz="9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5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9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a" sz="9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lang="da" sz="9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runloop.sleep_ms</a:t>
            </a:r>
            <a:r>
              <a:rPr lang="da" sz="9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95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50</a:t>
            </a:r>
            <a:r>
              <a:rPr lang="da" sz="9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da" sz="9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lille pause for at undgå CPU-overbelastning</a:t>
            </a:r>
            <a:endParaRPr sz="95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9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a" sz="9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da" sz="9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95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"Afstand: "</a:t>
            </a:r>
            <a:r>
              <a:rPr lang="da" sz="9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distance, </a:t>
            </a:r>
            <a:r>
              <a:rPr lang="da" sz="95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" mm"</a:t>
            </a:r>
            <a:r>
              <a:rPr lang="da" sz="9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5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9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9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da" sz="9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95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"Objekt længere væk end 100 mm eller ikke registreret."</a:t>
            </a:r>
            <a:r>
              <a:rPr lang="da" sz="9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95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9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runloop.run</a:t>
            </a:r>
            <a:r>
              <a:rPr lang="da" sz="9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9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da" sz="9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()) </a:t>
            </a:r>
            <a:r>
              <a:rPr lang="da" sz="9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start mai</a:t>
            </a:r>
            <a:r>
              <a:rPr lang="da" sz="9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endParaRPr sz="9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950">
              <a:solidFill>
                <a:srgbClr val="0078CC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3150" y="3262600"/>
            <a:ext cx="2627775" cy="175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Sådan bruges vent indtil 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20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mindstorms </a:t>
            </a:r>
            <a:r>
              <a:rPr lang="da" sz="120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ColorSensor </a:t>
            </a:r>
            <a:r>
              <a:rPr lang="da" sz="120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Fortæl programmet at vi bruger farve sensor</a:t>
            </a:r>
            <a:endParaRPr sz="120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20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mindstorms.control </a:t>
            </a:r>
            <a:r>
              <a:rPr lang="da" sz="120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wait_until </a:t>
            </a:r>
            <a:r>
              <a:rPr lang="da" sz="120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Fortæl programmet at vi bruger 'vent indtil'</a:t>
            </a:r>
            <a:endParaRPr sz="120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20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da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mindstorms.operator </a:t>
            </a:r>
            <a:r>
              <a:rPr lang="da" sz="120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equal_to </a:t>
            </a:r>
            <a:r>
              <a:rPr lang="da" sz="120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Fortæl programmet at vi bruger 'lig med'</a:t>
            </a:r>
            <a:endParaRPr sz="120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color_sensor = ColorSensor</a:t>
            </a:r>
            <a:r>
              <a:rPr lang="da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200">
                <a:solidFill>
                  <a:srgbClr val="66CC33"/>
                </a:solidFill>
                <a:latin typeface="Courier New"/>
                <a:ea typeface="Courier New"/>
                <a:cs typeface="Courier New"/>
                <a:sym typeface="Courier New"/>
              </a:rPr>
              <a:t>'A'</a:t>
            </a:r>
            <a:r>
              <a:rPr lang="da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20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Initialiser farve sensor</a:t>
            </a:r>
            <a:endParaRPr sz="120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20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Vent, indtil farvesensoren ser en rød farve</a:t>
            </a:r>
            <a:endParaRPr sz="120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wait_until</a:t>
            </a:r>
            <a:r>
              <a:rPr lang="da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color_sensor.get_color</a:t>
            </a:r>
            <a:r>
              <a:rPr lang="da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da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equal_to</a:t>
            </a:r>
            <a:r>
              <a:rPr lang="da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da" sz="12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200">
                <a:solidFill>
                  <a:srgbClr val="66CC33"/>
                </a:solidFill>
                <a:latin typeface="Courier New"/>
                <a:ea typeface="Courier New"/>
                <a:cs typeface="Courier New"/>
                <a:sym typeface="Courier New"/>
              </a:rPr>
              <a:t>'red'</a:t>
            </a:r>
            <a:r>
              <a:rPr lang="da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26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20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da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200">
                <a:solidFill>
                  <a:srgbClr val="66CC33"/>
                </a:solidFill>
                <a:latin typeface="Courier New"/>
                <a:ea typeface="Courier New"/>
                <a:cs typeface="Courier New"/>
                <a:sym typeface="Courier New"/>
              </a:rPr>
              <a:t>"Så har robotten set rød!"</a:t>
            </a:r>
            <a:r>
              <a:rPr lang="da" sz="12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CC783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97" name="Google Shape;97;p19" title="096cf58f-a192-460a-83bf-d51190e8095a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1066" y="3262600"/>
            <a:ext cx="2271942" cy="17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