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0971609b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0971609b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0971609b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0971609b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a20ba5d7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7a20ba5d7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7a20ba5d7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7a20ba5d7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a20ba5d7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a20ba5d7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a20ba5d7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a20ba5d7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a20ba5d7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a20ba5d7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7a20ba5d7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7a20ba5d7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a20ba5d7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a20ba5d7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a20ba5d7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a20ba5d7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a20ba5d7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7a20ba5d7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a20ba5d7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7a20ba5d7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a20ba5d7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a20ba5d7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a20ba5d7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a20ba5d7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a20ba5d7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7a20ba5d7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a20ba5d78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a20ba5d78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a20ba5d7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7a20ba5d7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a20ba5d7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a20ba5d7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a20ba5d7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a20ba5d7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a20ba5d7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7a20ba5d7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7a20ba5d7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7a20ba5d7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a20ba5d78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a20ba5d78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a20ba5d7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a20ba5d7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a20ba5d7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a20ba5d7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813" y="152400"/>
            <a:ext cx="781836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311700" y="41653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a"/>
              <a:t>Græshoppe</a:t>
            </a:r>
            <a:endParaRPr/>
          </a:p>
        </p:txBody>
      </p:sp>
      <p:pic>
        <p:nvPicPr>
          <p:cNvPr id="60" name="Google Shape;60;p14" title="Teknologiskolen_logo 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"/>
            <a:ext cx="9144003" cy="3625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 title="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 title="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 title="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 title="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 title="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 title="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 title="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 title="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 title="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 title="1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 title="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 title="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 title="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9" title="1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30" title="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1" title="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 title="1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33" title="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34" title="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5" title="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6" title="2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64516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