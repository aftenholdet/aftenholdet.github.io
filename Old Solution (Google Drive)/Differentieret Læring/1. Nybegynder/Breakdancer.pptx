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1373e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1373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1373e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1373e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1373e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1373e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1373e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1373e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1373e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1373e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1373e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1373e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1373e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1373e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1373e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1373e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1373ec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1373e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1373ec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1373ec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1373ec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1373e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1373e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1373e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1373ec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1373ec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1373ec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1373e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1373e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1373e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1373e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1373e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1373ec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1373e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1373ec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1373ec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1373e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1373e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1373ec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1373ec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1373ec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1373ec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1373ec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1373ec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21373ec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21373ec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a21373ec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a21373ec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1373ec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1373ec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21373ec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a21373ec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a21373ec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a21373ec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21373ec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a21373ec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a21373ec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a21373ec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a21373ec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a21373ec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21373ec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21373ec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a21373ec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a21373ec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a21373ec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a21373ec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a21373ec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a21373ec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666750"/>
            <a:ext cx="5715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Breakdancer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0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2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3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4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5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6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8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