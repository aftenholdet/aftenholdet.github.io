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0971609b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0971609b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0971609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0971609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a22a9d0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a22a9d0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22a9d0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22a9d0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2a9d01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2a9d01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a22a9d01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a22a9d01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22a9d01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a22a9d01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22a9d01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a22a9d01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a22a9d01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a22a9d01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22a9d01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a22a9d01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22a9d01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a22a9d01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a22a9d01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a22a9d01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22a9d01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22a9d01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a22a9d01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a22a9d01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a22a9d01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a22a9d01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22a9d01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22a9d01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a22a9d01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a22a9d01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a22a9d01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a22a9d01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a22a9d01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a22a9d01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a22a9d01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a22a9d01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a22a9d01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a22a9d01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a22a9d01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a22a9d01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22a9d01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22a9d01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22a9d01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22a9d01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a22a9d01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a22a9d01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a22a9d01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a22a9d01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a22a9d01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a22a9d01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a22a9d01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a22a9d01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a22a9d01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a22a9d01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Næsehorn</a:t>
            </a:r>
            <a:endParaRPr/>
          </a:p>
        </p:txBody>
      </p:sp>
      <p:pic>
        <p:nvPicPr>
          <p:cNvPr id="60" name="Google Shape;60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4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5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9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40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1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