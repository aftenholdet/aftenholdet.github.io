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1fa6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1fa6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1fa6c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1fa6c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1fa6c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1fa6c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1fa6cd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1fa6cd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1fa6cd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1fa6c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1fa6c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1fa6c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1fa6cd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1fa6cd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1fa6cd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1fa6cd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1fa6cd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1fa6cd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1fa6cd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1fa6c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1fa6cd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1fa6cd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1fa6cd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1fa6cd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1fa6cd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1fa6cd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1fa6cd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1fa6cd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1fa6cd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1fa6cd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1fa6cd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1fa6cd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1fa6cd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1fa6cd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1fa6cd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1fa6cd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1fa6cd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1fa6cd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1fa6cd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1fa6cd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1fa6cd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1fa6cd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1fa6cd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1fa6cd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21fa6cd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21fa6cd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a21fa6cd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a21fa6cd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a21fa6cd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7a21fa6cd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2400"/>
            <a:ext cx="72580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Minigolf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18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7" title="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 title="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9" title="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