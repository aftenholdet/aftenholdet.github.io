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layfair Displ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fairDisplay-bold.fntdata"/><Relationship Id="rId10" Type="http://schemas.openxmlformats.org/officeDocument/2006/relationships/font" Target="fonts/PlayfairDisplay-regular.fntdata"/><Relationship Id="rId13" Type="http://schemas.openxmlformats.org/officeDocument/2006/relationships/font" Target="fonts/PlayfairDisplay-boldItalic.fntdata"/><Relationship Id="rId12" Type="http://schemas.openxmlformats.org/officeDocument/2006/relationships/font" Target="fonts/PlayfairDispl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a336e34e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a336e34e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36e34e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36e34e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c6cf57a9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c6cf57a9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336e34e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336e34e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63" y="402563"/>
            <a:ext cx="8582025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107475" y="1423875"/>
            <a:ext cx="8928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Kør Flere </a:t>
            </a:r>
            <a:r>
              <a:rPr lang="da"/>
              <a:t>Uafhængige Processer</a:t>
            </a:r>
            <a:r>
              <a:rPr lang="da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asynkrone tråde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3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runloop</a:t>
            </a:r>
            <a:endParaRPr sz="13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Main1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3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 evigt</a:t>
            </a:r>
            <a:endParaRPr sz="13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"Tråd 1"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besked så vi kan se hvor ofte tråd 1 kører</a:t>
            </a:r>
            <a:endParaRPr sz="13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runloop.sleep_ms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vent 500 ms</a:t>
            </a:r>
            <a:endParaRPr sz="13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Main2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3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3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 evigt</a:t>
            </a:r>
            <a:endParaRPr sz="13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"Tråd 2"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besked så vi kan se hvor ofte tråd 2 kører</a:t>
            </a:r>
            <a:endParaRPr sz="13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3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runloop.sleep_ms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2000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vent 2000 ms</a:t>
            </a:r>
            <a:endParaRPr sz="13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Main1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Main2</a:t>
            </a:r>
            <a:r>
              <a:rPr lang="da" sz="13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3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TO runloop processer</a:t>
            </a:r>
            <a:endParaRPr sz="1471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Eksempel for </a:t>
            </a:r>
            <a:r>
              <a:rPr lang="da"/>
              <a:t>asynkrone tråde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lyd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light_matrix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lys matricen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runloop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171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71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sound.volume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sæt lydstyrken til 100%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 evigt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sound.beep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588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250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588 Mhz, 250 ms og 100% lydstyrke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sound.beep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932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250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588 Mhz, 250 ms og 100% lydstyrke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171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LightMatrix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171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 evigt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light_matrix.show_image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light_matrix.IMAGE_HAPPY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vis glad emoji på lys matricen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runloop.sleep_ms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vent 1000 ms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light_matrix.show_image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light_matrix.IMAGE_ANGRY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vis sur emoji på lys matricen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171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runloop.sleep_ms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71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vent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ms</a:t>
            </a:r>
            <a:endParaRPr sz="1171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171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Sound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LightMatrix</a:t>
            </a:r>
            <a:r>
              <a:rPr lang="da" sz="1171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171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71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TO runloop processer</a:t>
            </a:r>
            <a:endParaRPr sz="1171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