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layfair Displ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fairDisplay-bold.fntdata"/><Relationship Id="rId23" Type="http://schemas.openxmlformats.org/officeDocument/2006/relationships/font" Target="fonts/PlayfairDispl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boldItalic.fntdata"/><Relationship Id="rId25" Type="http://schemas.openxmlformats.org/officeDocument/2006/relationships/font" Target="fonts/PlayfairDispl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2901339e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a2901339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a2901339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a2901339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290133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290133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7a2901339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7a2901339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335da501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335da501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a2901339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a2901339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7a2901339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7a2901339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a2901339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a2901339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335da501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335da501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a2901339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a2901339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a2901339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a2901339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a2901339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a2901339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335da501b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335da501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c6d6dc51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c6d6dc51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c6d6dc515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c6d6dc515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335da501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335da501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5850" y="898750"/>
            <a:ext cx="3032300" cy="334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Motor</a:t>
            </a:r>
            <a:endParaRPr/>
          </a:p>
        </p:txBody>
      </p:sp>
      <p:pic>
        <p:nvPicPr>
          <p:cNvPr id="65" name="Google Shape;65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Kør Motor i retning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da"/>
              <a:t>Sådan køres </a:t>
            </a:r>
            <a:r>
              <a:rPr lang="da"/>
              <a:t>Motor i retning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motor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motorene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motorene kan køre mellem -1000 til 1000 hastighed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motor.run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 sz="15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kør enkelt motor max hastighed med uret</a:t>
            </a:r>
            <a:endParaRPr sz="1500">
              <a:solidFill>
                <a:srgbClr val="0078CC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da"/>
              <a:t>Eksempel for kørsel af Motor i retning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5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port </a:t>
            </a:r>
            <a:r>
              <a:rPr lang="da" sz="15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Hub portene(A,B,C,D,E,F)</a:t>
            </a:r>
            <a:endParaRPr sz="15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5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main</a:t>
            </a:r>
            <a:endParaRPr sz="15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motor </a:t>
            </a:r>
            <a:r>
              <a:rPr lang="da" sz="15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motorene</a:t>
            </a:r>
            <a:endParaRPr sz="15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5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5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5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5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5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motorene kan køre mellem -1000 til 1000</a:t>
            </a:r>
            <a:endParaRPr sz="15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motor.run</a:t>
            </a:r>
            <a:r>
              <a:rPr lang="da" sz="15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 sz="15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da" sz="15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5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kør enkelt motor max hastighed med uret</a:t>
            </a:r>
            <a:endParaRPr sz="15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5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5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5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500">
              <a:solidFill>
                <a:srgbClr val="0078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køres Motor i retning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 </a:t>
            </a: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Motor </a:t>
            </a:r>
            <a:r>
              <a:rPr lang="da" sz="14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af vi bruger Motor</a:t>
            </a:r>
            <a:endParaRPr sz="14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motorA = Motor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Initialiser motoren på port A</a:t>
            </a:r>
            <a:endParaRPr sz="14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Motorene kan køre mellem -100% og 100%</a:t>
            </a:r>
            <a:endParaRPr sz="14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motorA.start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Start motor A på 100% hastighed</a:t>
            </a:r>
            <a:endParaRPr sz="14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1" name="Google Shape;91;p18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Kør Motor X grader i retning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køres Motor X grader i retning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motor </a:t>
            </a:r>
            <a:r>
              <a:rPr lang="da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motorene</a:t>
            </a:r>
            <a:endParaRPr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motorene kan rotere -360 til 360 grader</a:t>
            </a:r>
            <a:endParaRPr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motorene kan køre mellem -1000 til 1000 hastighed</a:t>
            </a:r>
            <a:endParaRPr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kør enkelt motor 180 grader max hastighed med uret</a:t>
            </a:r>
            <a:endParaRPr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motor.run_for_degrees</a:t>
            </a:r>
            <a:r>
              <a:rPr lang="da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180</a:t>
            </a:r>
            <a:r>
              <a:rPr lang="da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da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0078CC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Eksempel for kørsel af Motor X grader i retning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112575" y="1152475"/>
            <a:ext cx="891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port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portene(A,B,C,D,E,F)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main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motor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motorene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motorene kan rotere -360 til 360 grader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motorene kan køre mellem -1000 til 1000 hastighed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kør enkelt motor 180 grader ved max hastighed med uret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motor.run_for_degrees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 sz="14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180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4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400">
              <a:solidFill>
                <a:srgbClr val="0078CC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køres Motor X grader i retning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 </a:t>
            </a:r>
            <a:r>
              <a:rPr lang="da" sz="130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Motor </a:t>
            </a:r>
            <a:r>
              <a:rPr lang="da" sz="13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af vi bruger Motor</a:t>
            </a:r>
            <a:endParaRPr sz="13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motorA = Motor</a:t>
            </a:r>
            <a:r>
              <a:rPr lang="d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Initialiser motoren på port A</a:t>
            </a:r>
            <a:endParaRPr sz="13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motorene kan rotere -360 til 360 grader</a:t>
            </a:r>
            <a:endParaRPr sz="13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motorene kan køre mellem -1000 til 1000 hastighed</a:t>
            </a:r>
            <a:endParaRPr sz="13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kør enkelt motor 180 grader ved max hastighed med uret</a:t>
            </a:r>
            <a:endParaRPr sz="13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motorA.run_for_degrees</a:t>
            </a:r>
            <a:r>
              <a:rPr lang="d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180</a:t>
            </a:r>
            <a:r>
              <a:rPr lang="d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7" name="Google Shape;117;p22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285750" y="1423875"/>
            <a:ext cx="85725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Kør Motor til </a:t>
            </a:r>
            <a:r>
              <a:rPr lang="da"/>
              <a:t>p</a:t>
            </a:r>
            <a:r>
              <a:rPr lang="da"/>
              <a:t>osition i retning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køres Motor til position i retning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motor </a:t>
            </a: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motorene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motorene kan rotere TIL -360 til 360 grader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motorene kan køre mellem -1000 til 1000 hastighed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kør enkelt motor TIL 180 grader med max hastighed med uret</a:t>
            </a:r>
            <a:endParaRPr sz="14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motor.run_to_absolute_position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 sz="14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180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4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da" sz="14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direction = motor.CLOCKWISE</a:t>
            </a:r>
            <a:r>
              <a:rPr lang="da" sz="14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a" sz="2680"/>
              <a:t>Eksempel for kørsel af Motor TIL position i retning</a:t>
            </a:r>
            <a:endParaRPr sz="2680"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118250" y="1152475"/>
            <a:ext cx="890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3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port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Hub portene(A,B,C,D,E,F)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main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motor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motorene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motorene kan roteres TIL -360 til 360 grader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motorene kan køre mellem -1000 til 1000 hastighed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kør enkelt motor TIL position på max hastighed med uret</a:t>
            </a:r>
            <a:endParaRPr sz="1300">
              <a:solidFill>
                <a:srgbClr val="00963E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300">
                <a:solidFill>
                  <a:srgbClr val="0078CC"/>
                </a:solidFill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motor.run_to_absolute_position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 sz="13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180</a:t>
            </a: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300">
                <a:solidFill>
                  <a:srgbClr val="FF7D00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direction = motor.CLOCKWISE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00877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300">
                <a:solidFill>
                  <a:srgbClr val="00877B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3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00963E"/>
                </a:solidFill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køres Motor til position i retning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 </a:t>
            </a:r>
            <a:r>
              <a:rPr lang="da" sz="130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Motor </a:t>
            </a:r>
            <a:r>
              <a:rPr lang="da" sz="13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af vi bruger Motor</a:t>
            </a:r>
            <a:endParaRPr sz="13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motorA = Motor</a:t>
            </a:r>
            <a:r>
              <a:rPr lang="d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Initialiser motoren på port A</a:t>
            </a:r>
            <a:endParaRPr sz="13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motorene kan roteres TIL -360 til 360 grader</a:t>
            </a:r>
            <a:endParaRPr sz="13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motorene kan køre mellem -1000 til 1000 hastighed</a:t>
            </a:r>
            <a:endParaRPr sz="13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kør enkelt motor TIL position på max hastighed med uret</a:t>
            </a:r>
            <a:endParaRPr sz="13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motorA.run_to_position</a:t>
            </a:r>
            <a:r>
              <a:rPr lang="d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180</a:t>
            </a:r>
            <a:r>
              <a:rPr lang="d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'clockwise'</a:t>
            </a:r>
            <a:r>
              <a:rPr lang="d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3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3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13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3" name="Google Shape;143;p26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285750" y="1423875"/>
            <a:ext cx="85725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Kør to Motorer til position i retning på samme tid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a" sz="2080"/>
              <a:t>Eksempel for kørsel af to</a:t>
            </a:r>
            <a:r>
              <a:rPr lang="da" sz="2080"/>
              <a:t> Motorer til position i retning på samme tid</a:t>
            </a:r>
            <a:endParaRPr sz="2080"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269000" y="1152475"/>
            <a:ext cx="860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da" sz="11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11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port </a:t>
            </a:r>
            <a:r>
              <a:rPr lang="da" sz="11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portene(A,B,C,D,E,F)</a:t>
            </a:r>
            <a:endParaRPr sz="11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da" sz="11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1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main</a:t>
            </a:r>
            <a:endParaRPr sz="11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da" sz="11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motor </a:t>
            </a:r>
            <a:r>
              <a:rPr lang="da" sz="11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motorene</a:t>
            </a:r>
            <a:endParaRPr sz="11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da" sz="11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1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1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1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runloop Main</a:t>
            </a:r>
            <a:endParaRPr sz="11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1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motorene kan roteres TIL -360 til 360 grader</a:t>
            </a:r>
            <a:endParaRPr sz="11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1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motorene kan køre mellem -1000 til 1000 hastighed</a:t>
            </a:r>
            <a:endParaRPr sz="11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1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Navngiv og begynd to opgaver: </a:t>
            </a:r>
            <a:r>
              <a:rPr lang="da" sz="11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kør til 180 grader med max hastighed med uret</a:t>
            </a:r>
            <a:endParaRPr sz="11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opgaveA = motor.run_to_absolute_position</a:t>
            </a:r>
            <a:r>
              <a:rPr lang="da" sz="11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port.A,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180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direction=motor.CLOCKWISE</a:t>
            </a:r>
            <a:r>
              <a:rPr lang="da" sz="11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opgaveB = motor.run_to_absolute_position</a:t>
            </a:r>
            <a:r>
              <a:rPr lang="da" sz="11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port.B,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180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da" sz="110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direction=motor.CLOCKWISE</a:t>
            </a:r>
            <a:r>
              <a:rPr lang="da" sz="11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1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1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Vent på begge opgaver - rækkefølgen er ligemeget</a:t>
            </a:r>
            <a:endParaRPr sz="11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1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opgaveA</a:t>
            </a:r>
            <a:endParaRPr sz="11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1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opgaveB</a:t>
            </a:r>
            <a:endParaRPr sz="11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1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når begge opgaver er 'løst' kan koden fortsætte</a:t>
            </a:r>
            <a:endParaRPr sz="11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1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1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1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1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1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runloop Main</a:t>
            </a:r>
            <a:endParaRPr sz="1100"/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2080"/>
              <a:t>Eksempel for kørsel af to Motorer til position i retning på samme tid</a:t>
            </a:r>
            <a:endParaRPr sz="2680"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2" name="Google Shape;162;p29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