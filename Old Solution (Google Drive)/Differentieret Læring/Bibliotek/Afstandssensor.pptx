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2df5bd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2df5bd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32df5bd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32df5b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2e43d9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2e43d9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a22e43d9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a22e43d9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32d5d1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32d5d1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2d5d1d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2d5d1d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32df5bd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32df5bd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32df5bd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32df5bd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72e67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72e67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2d5d1d3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32d5d1d3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32d5d1d3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32d5d1d3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824" y="466950"/>
            <a:ext cx="5402351" cy="42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Afstandssensor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Mål Afstand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Afstands-sensoren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distance_sensor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afstandsmålere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distance_sensor.distance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afstand i millimeter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måling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220800" y="1152475"/>
            <a:ext cx="870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 evighedsløkken</a:t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distance_sensor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afstandsmåleren</a:t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distance = distance_sensor.distance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afstand i millimeter</a:t>
            </a:r>
            <a:endParaRPr sz="14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print målt afstand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 milimeter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 </a:t>
            </a:r>
            <a:endParaRPr sz="14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Afstands-sensoren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DistanceSensor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afstandsmåleren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Opret en variable der kan holde værdien af den målte afstand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og mål afstand fra port A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afstand = DistanceSensor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.get_distance_cm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1" name="Google Shape;91;p18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måling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DistanceSensor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afstandsmåleren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Opret en variable der kan holde værdien af den målte afstand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og mål afstand fra port A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afstand = DistanceSensor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.get_distance_cm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"cm: "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afstand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print den målte farve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8" name="Google Shape;98;p19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Tænd/Sluk for Lys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750"/>
              <a:t>Sådan bruges Lygte-Styring på Afstands-sensoren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50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distance_sensor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afstandsmåleren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distance_sensor.set_pixel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øverste venstre led til 100%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distance_sensor.set_pixel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øverste højre led til 100%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distance_sensor.set_pixel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nederste venstre led til 100%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distance_sensor.set_pixel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nederste højre led til 100%</a:t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750"/>
              <a:t>Eksempel for Lygte-Styring på Afstands-sensoren</a:t>
            </a:r>
            <a:endParaRPr sz="2750"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distance_sensor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af vi bruger afstandsmåleren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distance_sensor.set_pixel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sæt øverste venstre led til 100%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distance_sensor.set_pixel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sæt øverste højre led til 100%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distance_sensor.set_pixel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sæt nederste venstre led til 100%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distance_sensor.set_pixel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sæt nederste højre led til 100%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750"/>
              <a:t>Sådan bruges Lygte-Styring på Afstands-sensoren</a:t>
            </a:r>
            <a:endParaRPr sz="2750"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DistanceSensor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afstandsmåleren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DistanceSensor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.light_up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sæt alle LEDer til 100% lysstyrke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4" name="Google Shape;124;p23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750"/>
              <a:t>Eksempel for Lygte-Styring på Afstands-sensoren</a:t>
            </a:r>
            <a:endParaRPr sz="275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DistanceSensor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afstandsmåleren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DistanceSensor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.light_up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sæt alle LEDer til 100% lysstyrke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"Alle LEDer på afstandsmåleren er tændt!"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1" name="Google Shape;131;p24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