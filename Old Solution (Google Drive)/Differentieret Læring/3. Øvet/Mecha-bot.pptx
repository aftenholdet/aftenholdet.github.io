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27360151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27360151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1_1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313" y="152400"/>
            <a:ext cx="684737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4294967295" type="subTitle"/>
          </p:nvPr>
        </p:nvSpPr>
        <p:spPr>
          <a:xfrm>
            <a:off x="311700" y="4165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Mecha-bot</a:t>
            </a:r>
            <a:endParaRPr/>
          </a:p>
        </p:txBody>
      </p:sp>
      <p:pic>
        <p:nvPicPr>
          <p:cNvPr id="60" name="Google Shape;60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