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a3146df3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a3146df3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3146df3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3146df3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3146df3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3146df3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3146df3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3146df3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a3146df3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a3146df3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3359a4cf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3359a4cf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359a4cf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3359a4cf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a3146df3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a3146df3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a29a9cd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a29a9cd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a29a9cdd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a29a9cdd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3359a4cf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3359a4cf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3359a4cf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3359a4cf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550" y="889650"/>
            <a:ext cx="5936877" cy="33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Kraftsensor</a:t>
            </a:r>
            <a:endParaRPr/>
          </a:p>
        </p:txBody>
      </p:sp>
      <p:pic>
        <p:nvPicPr>
          <p:cNvPr id="65" name="Google Shape;65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Er knappen trykket på?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måler knappen kraft - ‘false-true’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force_sensor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kraft-sensoren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force_sensor.pressed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mål om knappen er trykket på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Eksempel for måling af knap - ‘false-true’</a:t>
            </a:r>
            <a:endParaRPr sz="258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force_sensor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kraft-sensoren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force = force_sensor.pressed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mål om knappen er trykket på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force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print målingen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40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da"/>
              <a:t>Sådan måler knappen kraft - ‘false-true’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ForceSensor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knap-sensoren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ForceSensor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.is_pressed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måler om knappen i port A er trykket på eller ikke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1" name="Google Shape;91;p18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da"/>
              <a:t>Eksempel for måling af knap - ‘false-true’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ForceSensor </a:t>
            </a: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knap-sensoren</a:t>
            </a:r>
            <a:endParaRPr sz="13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Tjek forevigt om knappen trykkes på </a:t>
            </a:r>
            <a:endParaRPr sz="13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gentag så længe Sandt er lig med Sandt (forevigt)</a:t>
            </a:r>
            <a:endParaRPr sz="13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ForceSensor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.is_pressed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hvis knappen i port A er trykket på</a:t>
            </a:r>
            <a:endParaRPr sz="13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"Knappen er trykket ned!"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8" name="Google Shape;98;p19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275900" y="1423875"/>
            <a:ext cx="85923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 sz="4300"/>
              <a:t>Hvor meget er knappen trykket på?</a:t>
            </a:r>
            <a:endParaRPr sz="4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da"/>
              <a:t>Sådan måler knappen kraft - ‘0 til 100’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force_sensor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kraft-sensoren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5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force_sensor.force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5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mål kraft i Newton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da"/>
              <a:t>Eksempel for måling af knap fra - ‘0 til 100’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force_sensor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kraft-sensoren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force = force_sensor.force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mål kraft i Newton (0-100)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force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print målingen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4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da"/>
              <a:t>Sådan måler knappen kraft - ‘0 til 100’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2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ForceSensor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knap-sensoren</a:t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ForceSensor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2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.get_force_newton</a:t>
            </a:r>
            <a:r>
              <a:rPr lang="da" sz="12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mål kraften knappen fra port A er trykket ned med</a:t>
            </a:r>
            <a:endParaRPr sz="12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4" name="Google Shape;124;p23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da"/>
              <a:t>Eksempel for måling af knap - ‘0 til 100’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ForceSensor </a:t>
            </a: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knap-sensoren</a:t>
            </a:r>
            <a:endParaRPr sz="13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Tjek forevigt om knappen trykkes på </a:t>
            </a:r>
            <a:endParaRPr sz="13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gentag så længe Sandt er lig med Sandt (forevigt)</a:t>
            </a:r>
            <a:endParaRPr sz="13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Opret en variable der kan holde værdien af den målte afstand</a:t>
            </a:r>
            <a:endParaRPr sz="13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og mål kraften knappen fra port A er trykket ned med</a:t>
            </a:r>
            <a:endParaRPr sz="13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force = ForceSensor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.get_force_newton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3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"Knappen er trykket ned med: "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force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 kraft"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1" name="Google Shape;131;p24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