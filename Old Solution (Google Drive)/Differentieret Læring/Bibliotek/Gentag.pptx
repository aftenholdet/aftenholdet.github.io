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layfair Displ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ayfairDisplay-italic.fntdata"/><Relationship Id="rId6" Type="http://schemas.openxmlformats.org/officeDocument/2006/relationships/slide" Target="slides/slide1.xml"/><Relationship Id="rId18" Type="http://schemas.openxmlformats.org/officeDocument/2006/relationships/font" Target="fonts/PlayfairDis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a33766a64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a33766a64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33766a64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a33766a64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a33766a64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a33766a64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33766a64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33766a64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bbeaf93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bbeaf93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a33766a64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a33766a64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a33766a64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a33766a64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bbeaf93e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bbeaf93e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a33766a64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a33766a64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a33766a64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a33766a64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beaf93e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beaf93e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5025" y="152400"/>
            <a:ext cx="271395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Gentag</a:t>
            </a:r>
            <a:endParaRPr/>
          </a:p>
        </p:txBody>
      </p:sp>
      <p:pic>
        <p:nvPicPr>
          <p:cNvPr id="65" name="Google Shape;65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Gentag 10 gange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gentages kode 10 gange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main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gentag 10 gange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"Denne linje bliver kørt og printet 10 gange"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gentages kode 10 gange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gentag 10 gange</a:t>
            </a:r>
            <a:endParaRPr sz="14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"Denne linje bliver kørt og printet 10 gange"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4" name="Google Shape;84;p17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Gentag indtil X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gentages kode indtil et kriterie er nået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127750" y="1152475"/>
            <a:ext cx="888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main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nuværendeTal = </a:t>
            </a:r>
            <a:r>
              <a:rPr lang="da" sz="105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050">
              <a:solidFill>
                <a:srgbClr val="FF7D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slutTal = </a:t>
            </a:r>
            <a:r>
              <a:rPr lang="da" sz="105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050">
              <a:solidFill>
                <a:srgbClr val="FF7D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nuværendeTal &lt; slutTal: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gentag lige så længe nuværendetal er mindre en slutTal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nuværendeTal = nuværendeTal + </a:t>
            </a:r>
            <a:r>
              <a:rPr lang="da" sz="1050">
                <a:solidFill>
                  <a:srgbClr val="FF7D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050">
              <a:solidFill>
                <a:srgbClr val="FF7D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"Denne linje bliver kørt og printet indtil nuværendeTal ikke længere er mindre end slutTal"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05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"nuværendeTal er nu: "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, nuværendeTal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05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05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05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05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50">
              <a:solidFill>
                <a:srgbClr val="0078CC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gentages kode indtil et kriterie er nået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nuværendeTal = </a:t>
            </a:r>
            <a:r>
              <a:rPr lang="da" sz="14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sz="1450">
              <a:solidFill>
                <a:srgbClr val="B5CEA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slutTal = </a:t>
            </a:r>
            <a:r>
              <a:rPr lang="da" sz="14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sz="1450">
              <a:solidFill>
                <a:srgbClr val="B5CEA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nuværendeTal &lt; slutTal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gentag lige så længe nuværendetal er mindre en slutTal</a:t>
            </a:r>
            <a:endParaRPr sz="14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nuværendeTal = nuværendeTal + </a:t>
            </a:r>
            <a:r>
              <a:rPr lang="da" sz="145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450">
              <a:solidFill>
                <a:srgbClr val="B5CEA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"Denne linje bliver kørt og printet indtil nuværendeTal ikke længere er mindre end slutTal"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"nuværendeTal er nu: "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nuværendeTal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150">
              <a:solidFill>
                <a:srgbClr val="CC7833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03" name="Google Shape;103;p20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Gentag For Evigt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gentages kode for evigt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runloop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fortæl programmet af vi bruger main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main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gentag lige så længe Sandt = Sandt (☺)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da" sz="1500">
                <a:solidFill>
                  <a:srgbClr val="0078CC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D8009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"Denne linje bliver kørt og printet for evigt"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00">
              <a:solidFill>
                <a:srgbClr val="00877B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runloop.run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da" sz="1500">
                <a:solidFill>
                  <a:srgbClr val="00877B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r>
              <a:rPr lang="da" sz="1500">
                <a:solidFill>
                  <a:srgbClr val="000000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500">
                <a:solidFill>
                  <a:srgbClr val="00963E"/>
                </a:solidFill>
                <a:highlight>
                  <a:srgbClr val="FFFFFE"/>
                </a:highlight>
                <a:latin typeface="Courier New"/>
                <a:ea typeface="Courier New"/>
                <a:cs typeface="Courier New"/>
                <a:sym typeface="Courier New"/>
              </a:rPr>
              <a:t># start main</a:t>
            </a:r>
            <a:endParaRPr sz="1500">
              <a:solidFill>
                <a:srgbClr val="00963E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highlight>
                <a:srgbClr val="FFFFF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3150" y="3262600"/>
            <a:ext cx="2627775" cy="175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Sådan gentages kode for evigt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a" sz="1450">
                <a:solidFill>
                  <a:srgbClr val="9933CC"/>
                </a:solidFill>
                <a:latin typeface="Courier New"/>
                <a:ea typeface="Courier New"/>
                <a:cs typeface="Courier New"/>
                <a:sym typeface="Courier New"/>
              </a:rPr>
              <a:t># gentag lige så længe Sandt = Sandt (☺)</a:t>
            </a:r>
            <a:endParaRPr sz="1450">
              <a:solidFill>
                <a:srgbClr val="9933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44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45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da" sz="1450">
                <a:solidFill>
                  <a:srgbClr val="CC7833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da" sz="1450">
                <a:solidFill>
                  <a:srgbClr val="66CC33"/>
                </a:solidFill>
                <a:latin typeface="Courier New"/>
                <a:ea typeface="Courier New"/>
                <a:cs typeface="Courier New"/>
                <a:sym typeface="Courier New"/>
              </a:rPr>
              <a:t>"Denne linje bliver kørt og printet for evigt"</a:t>
            </a:r>
            <a:r>
              <a:rPr lang="da" sz="145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rgbClr val="DCDCD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5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2" name="Google Shape;122;p23" title="096cf58f-a192-460a-83bf-d51190e8095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066" y="3262600"/>
            <a:ext cx="2271942" cy="17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