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2af15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2af15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2af15e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2af15e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0202d31d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0202d31d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32af15e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a32af15e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a26bc09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a26bc09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0202d31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0202d31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0202d31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0202d31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0202d31d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0202d31d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202d31d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202d31d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0202d31d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0202d31d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202d31d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0202d31d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475" y="602825"/>
            <a:ext cx="5009050" cy="37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8478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lt1"/>
                </a:solidFill>
              </a:rPr>
              <a:t>Hub Inventor Mindstorms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VIGTIGT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2600">
                <a:solidFill>
                  <a:schemeClr val="lt1"/>
                </a:solidFill>
              </a:rPr>
              <a:t>Dette er kode eksempler til en</a:t>
            </a:r>
            <a:r>
              <a:rPr lang="da" sz="2600"/>
              <a:t> </a:t>
            </a:r>
            <a:r>
              <a:rPr lang="da" sz="2600">
                <a:solidFill>
                  <a:srgbClr val="00877B"/>
                </a:solidFill>
              </a:rPr>
              <a:t>Lego Inventor Hub</a:t>
            </a:r>
            <a:r>
              <a:rPr lang="da" sz="2600"/>
              <a:t> 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sz="2600">
                <a:solidFill>
                  <a:schemeClr val="lt1"/>
                </a:solidFill>
              </a:rPr>
              <a:t>Eksemplerne virker derfor IKKE til en </a:t>
            </a:r>
            <a:r>
              <a:rPr lang="da" sz="2600">
                <a:solidFill>
                  <a:schemeClr val="accent4"/>
                </a:solidFill>
              </a:rPr>
              <a:t>Lego Spike Hub</a:t>
            </a:r>
            <a:endParaRPr sz="2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solidFill>
                <a:schemeClr val="accent4"/>
              </a:solidFill>
            </a:endParaRPr>
          </a:p>
        </p:txBody>
      </p:sp>
      <p:pic>
        <p:nvPicPr>
          <p:cNvPr id="72" name="Google Shape;72;p15" title="unnam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500" y="3132875"/>
            <a:ext cx="1576826" cy="15768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5" title="apps.25939.13808464371968303.506e20e9-79ec-490a-bae6-8ec9fea548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5975" y="3132875"/>
            <a:ext cx="1576825" cy="15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red-cross-mark-on-transparent-background-free-p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0175" y="2902550"/>
            <a:ext cx="2037474" cy="203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Fjernstyring med Tastatur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fjernstyring med tastatur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>
                <a:solidFill>
                  <a:schemeClr val="lt1"/>
                </a:solidFill>
              </a:rPr>
              <a:t>Kode kommer snart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Fjernstyring med PS4 controller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fjernstyring med PS4 Controller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>
                <a:solidFill>
                  <a:schemeClr val="lt1"/>
                </a:solidFill>
              </a:rPr>
              <a:t>Kode kommer snart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Fjernstyring med XBOX controller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fjernstyring med XBOX controller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>
                <a:solidFill>
                  <a:schemeClr val="lt1"/>
                </a:solidFill>
              </a:rPr>
              <a:t>Kode kommer snart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Fjernstyring med App Kontrolpanel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fjernstyring med App Kontrolpanel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a">
                <a:solidFill>
                  <a:schemeClr val="lt1"/>
                </a:solidFill>
              </a:rPr>
              <a:t>Kode kommer snart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